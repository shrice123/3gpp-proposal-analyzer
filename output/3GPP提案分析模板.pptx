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3GPP RAN1 #118-bis 提案分析报告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2025年1月  ·  Release 19 NR MIMO Evolution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01168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MESSAGES  ·  各公司核心立场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5029200" cy="19659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97480"/>
            <a:ext cx="59436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2971800"/>
            <a:ext cx="457200" cy="45720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8308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华为 (Huawei)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5661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力推 CJT (Coherent Joint Transmission) 作为 Rel-19 核心特性，提供完整端到端方案及仿真结果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697480"/>
            <a:ext cx="5029200" cy="19659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697480"/>
            <a:ext cx="59436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2971800"/>
            <a:ext cx="457200" cy="45720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6948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爱立信 (Ericsson)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35661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支持多 TRP 增强但更侧重 NCJT 演进路径，对 CJT 持审慎态度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983480"/>
            <a:ext cx="5029200" cy="19659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983480"/>
            <a:ext cx="59436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5257800"/>
            <a:ext cx="457200" cy="45720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诺基亚 (Nokia)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58521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聚焦 SRS 增强和天线端口扩展，支持多 TRP 但不站队 CJT/NCJT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983480"/>
            <a:ext cx="5029200" cy="19659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4983480"/>
            <a:ext cx="59436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6629400" y="5257800"/>
            <a:ext cx="457200" cy="45720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26948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高通 (Qualcomm)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29400" y="58521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强推 AI/ML 空口优化，在波束管理和 CSI 压缩领域提交多个关键方案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601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3GPP Proposal Analyzer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2871216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1005840" cy="100584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华为 (Huawei)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2743200"/>
            <a:ext cx="914400" cy="228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提案 2 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核心立场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886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CJT 技术方案最完整，仿真数据充分，拥有运营商阵营支持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365760"/>
            <a:ext cx="8165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·  公司提案分析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0" y="77724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华为提案主要内容总结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66160" y="1371600"/>
            <a:ext cx="164592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R1-2400xxx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74920" y="1645920"/>
            <a:ext cx="10972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R1-2401xxx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66160" y="2148840"/>
            <a:ext cx="8074152" cy="4023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主张 CJT 作为 Rel-19 MIMO 演进的最高优先级特性，提交了 Phase 1 完整技术框架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提出基于多 TRP 的相干联合传输方案，包含 CSI 反馈增强、DMRS 设计和 QCL 假设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给出了系统级仿真结果：CJT 相比 NCJT 小区边缘吞吐量提升 35%，平均吞吐量提升 18%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建议优先标准化 Type II 码本增强和 CJT 测量框架，并提供了详细的 WF (Work Plan) 时间表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联合多家运营商（中国移动、德国电信）共同推动，形成强生态支持阵营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6601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3GPP Proposal Analyzer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2871216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1005840" cy="100584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爱立信 (Ericsson)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2743200"/>
            <a:ext cx="914400" cy="228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提案 2 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核心立场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886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NCJT vs CJT 路线之争：主张渐进式演进，对 CJT 标准化范围有分歧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365760"/>
            <a:ext cx="8165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·  公司提案分析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0" y="77724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爱立信提案主要内容总结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66160" y="1371600"/>
            <a:ext cx="164592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R1-2402xxx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74920" y="1645920"/>
            <a:ext cx="10972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R1-2402yyy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66160" y="2148840"/>
            <a:ext cx="8074152" cy="4023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认可多 TRP 作为 Rel-19 重要方向，但主张 NCJT 优先于 CJT，认为 CJT 商用条件不成熟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提出基于 S-DCI 的 NCJT 增强方案，重点优化回传时延鲁棒性和调度灵活性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反对过早标准化 CJT Phase 2（多用户 CJT），建议先完成 Phase 1 的仿真验证后再决策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强调与现有 NR 标准的后向兼容性，避免对已有终端造成影响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与诺基亚、三星在多个议题上形成联合提案，形成技术路线竞争态势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6601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3GPP Proposal Analyzer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2871216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1005840" cy="100584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诺基亚 (Nokia)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2743200"/>
            <a:ext cx="914400" cy="228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提案 1 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核心立场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886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在核心争论中保持中立，专注 SRS 和 AI/ML 两个细分技术点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365760"/>
            <a:ext cx="8165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·  公司提案分析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0" y="77724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诺基亚提案主要内容总结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66160" y="1371600"/>
            <a:ext cx="164592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R1-2403xxx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66160" y="2148840"/>
            <a:ext cx="8074152" cy="4023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核心贡献集中在 SRS (Sounding Reference Signal) 增强，支持更多天线端口 (最大 8T8R 提升至 16T16R)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提出 SRS 时域捆绑和跳频增强方案，提升信道估计精度和覆盖范围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对 CJT vs NCJT 保持中立，主张两者并行推进，不排斥任何技术方案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联合爱立信推动 M-TRP 的 QCL/TCI 框架统一，减少标准化碎片化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提出 AI/ML for NR Air Interface 的研究方向，聚焦信道预测和波束管理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6601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3GPP Proposal Analyzer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2871216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1005840" cy="100584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高通 (Qualcomm)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2743200"/>
            <a:ext cx="914400" cy="228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提案 3 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核心立场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886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AI/ML 空口优化领跑者，有完整生命周期管理方案和跨厂商生态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365760"/>
            <a:ext cx="8165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·  公司提案分析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0" y="77724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高通提案主要内容总结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66160" y="1371600"/>
            <a:ext cx="164592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R1-2404xxx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74920" y="1645920"/>
            <a:ext cx="10972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R1-2404yyy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0" y="1645920"/>
            <a:ext cx="10972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R1-2404zzz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66160" y="2148840"/>
            <a:ext cx="8074152" cy="4023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重点推动 AI/ML for NR Air Interface，提交了两个用例：CSI 压缩和波束预测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CSI 压缩方案：基于自编码器 (Autoencoder) 将 CSI 反馈开销降低 40%，同时保持 95% 精度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波束管理增强：提出基于 AI 的波束预测方案，减少 50% 波束扫描开销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提供完整的 AI/ML 生命周期管理框架（训练、推理、更新），并给出了标准化影响分析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与多家芯片厂商（联发科、三星）形成技术协作，推动 AI/ML 成为 Rel-19 Normative 特性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6601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3GPP Proposal Analyzer  ·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Proposal Insight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3GPP RAN1 #118-bis 提案分析报告</dc:title>
  <dc:subject>3GPP Proposal Analysis</dc:subject>
  <dc:creator>3GPP Proposal Analyzer</dc:creator>
  <cp:lastModifiedBy>3GPP Proposal Analyzer</cp:lastModifiedBy>
  <cp:revision>1</cp:revision>
  <dcterms:created xsi:type="dcterms:W3CDTF">2026-07-11T11:16:41Z</dcterms:created>
  <dcterms:modified xsi:type="dcterms:W3CDTF">2026-07-11T11:16:41Z</dcterms:modified>
</cp:coreProperties>
</file>